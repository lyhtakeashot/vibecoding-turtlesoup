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724A"/>
                </a:solidFill>
                <a:latin typeface="Calibri Light"/>
              </a:defRPr>
            </a:pPr>
            <a:r>
              <a:t>海龟汤 · AI 主持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Calibri Light"/>
              </a:defRPr>
            </a:pPr>
            <a:r>
              <a:t>一款 Web 全栈情境推理游戏的介绍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A08A"/>
                </a:solidFill>
                <a:latin typeface="Calibri"/>
              </a:defRPr>
            </a:pPr>
            <a:r>
              <a:t>Product · Operations · Art  |  Collaboration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游戏简介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海龟汤 / 情境推理 / Lateral Thinking Puzzle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什么是「海龟汤」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一种情境推理游戏：由「汤面」（离奇谜面）与「汤底」（真相）组成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玩家只向主持人提问，得到的回答只有「是 / 否 / 无关」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源自欧美 Lateral Thinking Puzzle，因经典谜题「海龟汤」得名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考验逻辑推理、联想能力与细节观察，设定越离奇越烧脑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用一句话概括：用最少的线索，拼出最不可思议的真相。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核心玩法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选择一道汤面，进入推理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向 AI 主持人提问，获得「是/否/无关」流式回答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卡关时可请求渐进提示（Hint）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达到提问上限后提交你的推理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AI 判定得分并揭晓完整汤底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单人模式完整走通「提问—提示—猜谜—揭晓」闭环。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三种游戏模式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单人沉浸 · 多人竞速 · 多人推理共识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🕵️ 单人沉浸推理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向 AI 主持人自由提问，SSE 流式「打字机」式回答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难度分档：简单 / 中等 / 困难 / 无限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规则引擎兜底：直球问题零 token 命中预置答案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模糊问题交由 AI 流式作答，体验更自然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单人是核心体验，强调沉浸感与节奏控制。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⚡ 多人竞速 &amp; 💬 推理共识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多人竞速：昵称进房，共享汤面与问答，先猜中汤底者胜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Socket.IO 实时同步，提问与猜测全员可见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推理共识：多人协作模式，≥2 人达成共识即算通过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适合朋友聚会、团建破冰、线上推理派对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多人模式强调互动与协作，提升重玩价值。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AI 主持 &amp; 内容生态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规则引擎 + AI 增强 · 玩家共创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🧠 规则引擎 + AI 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直球问题命中预置答案，零 token 即可演示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模糊问题交由 AI 流式作答，回答更自然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支持 OpenAI / DeepSeek / Groq / Ollama 等任意 OpenAI 兼容 API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首页可视化切换 AI 配置，一键启用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成本与体验兼顾：规则兜底省钱，AI 增强提质。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🧪 测试模式 &amp; 多 AI 提供商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测试模式：启用 CodeBuddy 内置 AI，无需外部 Key 即可体验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自由接入 OpenAI / DeepSeek / Grok / Ollama 等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AI 密钥仅存于服务端，前端永不持有，安全合规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零配置启动：默认纯规则模式，开箱即玩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降低体验门槛，让没有 API Key 的用户也能完整体验。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✍️ 玩家投稿 + 审核台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提交自创题目，支持批量文本解析（AI 智能识别汤面/汤底）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管理员口令审核通过后自动并入题库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题库编辑器：增删改题目、难度、标签、提示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玩家共创，让题库持续生长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UGC 闭环是内容长期供给的关键。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🎨 AI 生成配图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每道汤面配有暗色悬疑风格封面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强化「烧脑推理」的氛围感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视觉与玩法统一，提升沉浸体验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美术风格统一为暗色悬疑，贴合游戏调性。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技术架构 &amp; 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全栈 Web · 零数据库依赖 · 一键上线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🛠 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前端：React 18 · TypeScript · Vite 5 · Tailwind CSS · Zustand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后端：Node.js · Express 4 · Socket.IO · TypeScript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AI：OpenAI 兼容 API + CodeBuddy 内置测试模式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数据：JSON 文件存储，零外部数据库依赖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部署：EdgeOne Pages 云函数 + 静态托管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轻量技术栈，便于二次开发与快速部署。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24A"/>
                </a:solidFill>
                <a:latin typeface="Calibri Light"/>
              </a:defRPr>
            </a:pPr>
            <a:r>
              <a:t>🚀 部署与访问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EdgeOne Pages：前端静态资源 + 云函数 API 一体化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亦支持本地 VPS / Cloud Studio / CloudBase 云托管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AI 密钥仅存在于服务端环境变量</a:t>
            </a:r>
          </a:p>
          <a:p>
            <a:pPr>
              <a:spcAft>
                <a:spcPts val="8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获得公网 URL 即邀请好友一起推理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当前线上预览链接受 EdgeOne 认证限制，建议绑定自定义域名。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24A"/>
                </a:solidFill>
                <a:latin typeface="Calibri Light"/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海龟汤 · AI 主持 — 一起推理，揭开真相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海龟汤 · AI 主持 游戏介绍</dc:title>
  <dc:subject/>
  <dc:creator>WorkBuddy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